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Installing Dependencies for extract_codons_qc.py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Step-by-step setup on Windows, macOS, and Linux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presentation covers installation of all required software and Python packages for extract_codons_qc.py:</a:t>
            </a:r>
          </a:p>
          <a:p>
            <a:pPr lvl="1"/>
            <a:r>
              <a:t>Python 3.9+ environment</a:t>
            </a:r>
          </a:p>
          <a:p>
            <a:pPr lvl="1"/>
            <a:r>
              <a:t>Biopython, pandas, matplotlib</a:t>
            </a:r>
          </a:p>
          <a:p>
            <a:pPr lvl="1"/>
            <a:r>
              <a:t>MAFFT and MUSCLE v5 tools</a:t>
            </a:r>
          </a:p>
          <a:p>
            <a:pPr lvl="1"/>
            <a:r>
              <a:t>Optional: conda, Homebrew, apt-get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Windows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Install Python 3.9+: Download from python.org</a:t>
            </a:r>
          </a:p>
          <a:p>
            <a:pPr lvl="1"/>
            <a:r>
              <a:t>python -m pip install --upgrade pip</a:t>
            </a:r>
          </a:p>
          <a:p>
            <a:pPr lvl="1"/>
            <a:r>
              <a:t>pip install biopython pandas matplotlib</a:t>
            </a:r>
          </a:p>
          <a:p>
            <a:pPr lvl="1"/>
            <a:r>
              <a:t># Download MAFFT/MUSCLE binaries and add to PATH</a:t>
            </a:r>
          </a:p>
          <a:p>
            <a:pPr lvl="1"/>
            <a:r>
              <a:t>setx PATH "%PATH%;C:\tools\mafft;C:\tools\muscle5"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macOS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Install Homebrew:/bin/bash -c "$(curl -fsSL https://raw.githubusercontent.com/Homebrew/install/HEAD/install.sh)"</a:t>
            </a:r>
          </a:p>
          <a:p>
            <a:pPr lvl="1"/>
            <a:r>
              <a:t>brew install python mafft</a:t>
            </a:r>
          </a:p>
          <a:p>
            <a:pPr lvl="1"/>
            <a:r>
              <a:t>brew install --cask muscle5</a:t>
            </a:r>
          </a:p>
          <a:p>
            <a:pPr lvl="1"/>
            <a:r>
              <a:t>pip3 install --upgrade pip</a:t>
            </a:r>
          </a:p>
          <a:p>
            <a:pPr lvl="1"/>
            <a:r>
              <a:t>pip3 install biopython pandas matplotlib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Linux Setup (Debian/Ubuntu)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Update package lists</a:t>
            </a:r>
          </a:p>
          <a:p>
            <a:pPr lvl="1"/>
            <a:r>
              <a:t>sudo apt update &amp;&amp; sudo apt install python3 python3-pip mafft muscle</a:t>
            </a:r>
          </a:p>
          <a:p>
            <a:pPr lvl="1"/>
            <a:r>
              <a:t>pip3 install biopython pandas matplotlib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After installing these dependencies, you can run:</a:t>
            </a:r>
          </a:p>
          <a:p>
            <a:pPr lvl="1"/>
            <a:r>
              <a:t>python extract_codons_qc.py extract -r ref.fasta -i reads.fastq -s 1,2,3 --aligner mafft --profile --summary-csv --plots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